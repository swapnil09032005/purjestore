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9"/>
            <a:ext cx="12191999" cy="68564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9"/>
            <a:ext cx="12191999" cy="68564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9"/>
            <a:ext cx="12191999" cy="68564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9"/>
            <a:ext cx="12191999" cy="68564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9"/>
            <a:ext cx="12191999" cy="68564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9"/>
            <a:ext cx="12191999" cy="68564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9"/>
            <a:ext cx="12191999" cy="68564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9"/>
            <a:ext cx="12191999" cy="68564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9"/>
            <a:ext cx="12191999" cy="68564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9"/>
            <a:ext cx="12191999" cy="68564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9"/>
            <a:ext cx="12191999" cy="68564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9"/>
            <a:ext cx="12191999" cy="68564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9"/>
            <a:ext cx="12191999" cy="68564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9"/>
            <a:ext cx="12191999" cy="685644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9"/>
            <a:ext cx="12191999" cy="685644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9"/>
            <a:ext cx="12191999" cy="68564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